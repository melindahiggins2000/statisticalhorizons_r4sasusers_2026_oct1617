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E6F5E-49D0-F019-BA5F-99FA598899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73B2F6-A3D3-74A8-0589-8BD91801E9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B16A9-C83D-5CA2-E50D-AB8E74340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58119-AA4C-4B1B-833C-2983135BF5C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388F3-932E-B515-7E5D-6966C8D4C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7E779-B6C1-E5A1-8CE6-6B6C154E4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DDE6-0D0A-468E-AB65-8C971FFCF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549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CB227-D715-6ADB-3EF1-E1AF6DABF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D26D2-E6AD-52F0-333D-D56058C02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2D585-8334-02F8-A578-F324EE682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58119-AA4C-4B1B-833C-2983135BF5C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0E2EA7-09EB-8B91-2D84-475C4AE92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B3C43-081E-A8D6-E9BE-85F12140D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DDE6-0D0A-468E-AB65-8C971FFCF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57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75C85-7435-82EE-B704-186DC5A1F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F931DD-741E-C25C-D04D-23039F7FE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9FFBC-CBB9-9FD0-8BE5-8BE49C19F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58119-AA4C-4B1B-833C-2983135BF5C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163C1-F9DD-D6CB-475E-7EDB43277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8DEB0-576A-9BCC-7955-9C6E4707E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DDE6-0D0A-468E-AB65-8C971FFCF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229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B8EE3-9CCF-5FC7-E39D-28F1BFFBF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95D78-1880-E5C1-D119-D0E51D112E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E89248-1E0A-6EED-9D2A-42B4FEA732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9DC7D5-E0EA-B982-C3A5-14AABAEC2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58119-AA4C-4B1B-833C-2983135BF5C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3D7BCD-394B-AC56-14AF-46175CA86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2EBC8B-DE3E-A799-100D-680C8F339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DDE6-0D0A-468E-AB65-8C971FFCF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026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587BF-C448-8B44-4FAE-13EAC67A2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09E28-01D5-5C16-E0DA-C9C327068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C38C77-DEDA-5DE3-6E1F-BBD2DBB76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AA7C59-9ABF-D863-0595-84E0F81FF1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261EE8-FC69-5A57-CFA4-798A7ED853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690E1E-882F-C3CC-3605-A0BA9716B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58119-AA4C-4B1B-833C-2983135BF5C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ECA115-B7FB-3AB5-DAA1-EBCAA1BF3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0614A3-C4B8-C94F-90B0-232ADA9B7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DDE6-0D0A-468E-AB65-8C971FFCF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755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46449-2D64-BAF5-2ED8-1FD46801C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C564B2-574E-EAE9-B444-6244CDE2C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58119-AA4C-4B1B-833C-2983135BF5C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05D456-335B-D6B2-501A-62062BE36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CB8D6F-924D-4765-BF7A-64E69857D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DDE6-0D0A-468E-AB65-8C971FFCF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573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E7A879-3F2B-E217-B748-D49751390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58119-AA4C-4B1B-833C-2983135BF5C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81C26A-B35D-425B-AE24-922A2670B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FD8381-1F35-76BB-8A09-01C69E0D2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DDE6-0D0A-468E-AB65-8C971FFCF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663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0E95A-39E3-DEBF-3F9F-3AFF4C11B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12911-DAC9-4D37-9768-DADAC1BCB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66627F-CAE1-721B-11D2-A1428F605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9CD277-F602-7859-DAA0-44D9FECED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58119-AA4C-4B1B-833C-2983135BF5C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24A1FC-C29B-C286-F113-92445F089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77B1AF-17BF-5D4F-A286-05A41BB15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DDE6-0D0A-468E-AB65-8C971FFCF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005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BD61C-B0DF-09B2-1A4A-16FA22BDB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613CF1-6B4E-B122-0040-B9B8E8CCFA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1A8F4D-99D0-E94C-9D9D-4A8041D05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B45A09-DD7D-EF3A-E99A-47622769B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58119-AA4C-4B1B-833C-2983135BF5C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AEACDA-D880-0E38-1E67-9D91650F6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844A24-504E-B47D-7792-17592A082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DDE6-0D0A-468E-AB65-8C971FFCF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187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25418-9EC0-7505-70CF-BC66DFD26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66FDB8-A5BF-A176-2DB0-34DA66128C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636C1-E230-B1B3-6C52-A40DCA1FB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58119-AA4C-4B1B-833C-2983135BF5C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DB5BF-97DF-6D04-D0F3-A4A5C9637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65690-8CCD-1EF2-61DA-8E1566982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DDE6-0D0A-468E-AB65-8C971FFCF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220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7DAD51-47E0-E678-9243-310C193A77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81812-4CAA-4EB0-969C-95078CBE1D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58FCE-C4D9-6AEE-3ECE-42A24B0F7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58119-AA4C-4B1B-833C-2983135BF5C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F5471-65E9-915A-0957-9CFC62577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0EABD-AC04-0FA7-5D04-0E3F01ECA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DDE6-0D0A-468E-AB65-8C971FFCF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941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102F99-B4CC-40FD-FDCE-7D6AAD4CA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F13C3-28B1-BE91-D17F-85C6BCA6F5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B58FC-6F18-12E2-DCA2-E21B61468E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958119-AA4C-4B1B-833C-2983135BF5C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BA8C4-DED0-7C34-9433-57049D4974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D3D85-8ACA-9F38-60E5-1CD49F883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DBDDE6-0D0A-468E-AB65-8C971FFCF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371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AE71DD-938C-E36D-6CA7-DAD70B080B60}"/>
              </a:ext>
            </a:extLst>
          </p:cNvPr>
          <p:cNvSpPr txBox="1"/>
          <p:nvPr/>
        </p:nvSpPr>
        <p:spPr>
          <a:xfrm>
            <a:off x="3121742" y="1905506"/>
            <a:ext cx="5948516" cy="3046988"/>
          </a:xfrm>
          <a:prstGeom prst="rect">
            <a:avLst/>
          </a:prstGeom>
          <a:ln w="571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latin typeface="Aharoni" panose="02010803020104030203" pitchFamily="2" charset="-79"/>
                <a:cs typeface="Aharoni" panose="02010803020104030203" pitchFamily="2" charset="-79"/>
              </a:rPr>
              <a:t>R For SAS USERS</a:t>
            </a:r>
          </a:p>
        </p:txBody>
      </p:sp>
    </p:spTree>
    <p:extLst>
      <p:ext uri="{BB962C8B-B14F-4D97-AF65-F5344CB8AC3E}">
        <p14:creationId xmlns:p14="http://schemas.microsoft.com/office/powerpoint/2010/main" val="186892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Aharoni</vt:lpstr>
      <vt:lpstr>Aptos</vt:lpstr>
      <vt:lpstr>Aptos Display</vt:lpstr>
      <vt:lpstr>Arial</vt:lpstr>
      <vt:lpstr>Office Theme</vt:lpstr>
      <vt:lpstr>PowerPoint Presentation</vt:lpstr>
    </vt:vector>
  </TitlesOfParts>
  <Company>Emory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Higgins, Melinda K</dc:creator>
  <cp:lastModifiedBy>Higgins, Melinda K</cp:lastModifiedBy>
  <cp:revision>1</cp:revision>
  <dcterms:created xsi:type="dcterms:W3CDTF">2026-05-05T16:53:03Z</dcterms:created>
  <dcterms:modified xsi:type="dcterms:W3CDTF">2026-05-05T18:37:55Z</dcterms:modified>
</cp:coreProperties>
</file>