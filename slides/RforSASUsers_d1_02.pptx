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22EA-7FE0-50AA-7BD5-5824A8B49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E3BA4-7BDE-E6D1-2C67-54023F844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FC44F-5671-83FE-435A-FB1D2597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25572-C0F4-A086-20CC-078F7FBC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95A84-4AA1-13FE-287B-F3954E91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0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D42BD-6A93-783A-D123-7FE2992BB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1C54E-2C72-2F8B-80CD-EF7258308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AE5D9-959E-1A48-27F6-D011643F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CD6DB-1032-3D06-B947-6AD11380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82AB8-2E6B-B903-6A90-119523C4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6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B1BA-AE18-C842-401C-02C6F530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735DC-7A96-91D4-1DC7-0528F3BAE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DA897-DBBA-720E-48A2-F98BFD887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87196-F026-0F34-B956-E9533340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F7536-A3B1-DA81-8933-85F3DBAC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6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B8A6-61B3-8E50-8A7E-92A2A16E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ADEE0-EE16-5F61-4F5F-8B05AB6DB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13E38-C267-509C-CF89-EEC3D1F95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0450F-F856-2407-F900-C7D01E35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AB5F2-4B2D-56ED-9AAB-D7D70589D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FE0BD-C9F6-994D-6F2D-F2DCA6FA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95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B72C-FDC9-3145-302F-4D0D182F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EA7DA-EC60-6E3E-4B4C-320AF67FE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B9E6F-0106-03A5-EA29-885AC26D5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7E56E-1EBF-A8A9-DB58-452B2C3C7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44684-73F6-DD05-425C-018F47AD7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DC7C7A-3DE9-523A-B656-26A6EFE5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32774-6E83-4F5E-740A-D478A87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55BCF-A084-1662-B75E-822B9CB6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9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7F02C-276C-42AC-18B6-1FBC08B9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E1160-8024-F968-FC3E-0CA120AC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84AA6-B46A-69FA-58D5-6481C4C9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C66FB-CBE0-A941-54C0-29D03DA6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8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AAB81-474A-EDEF-ABFF-A6EDBC3D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A37F5-E318-B46B-B1E8-F130867E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4107D-B7D4-BB30-EDBB-1AE0A45C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3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1A4C-FB2D-1D35-79FC-EA567DDF6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E6F35-09CD-39B9-B468-6C9FF0837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8FD44-77DF-5D69-2A0D-084707549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1263D-37BD-6F1C-A08C-DB0E41F4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26822-A910-E32F-0712-F5C555F77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6ADA7-3E73-D136-5773-1D5D2474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2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47D69-5FCD-B2EF-D934-F06B5769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1046F8-812B-3A63-74DA-EBC227608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1C020-69F7-E5D2-28F7-E412B776F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D43D0-0ADB-C216-39DE-5CECDA7D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B09CC-7A7D-948E-462B-8E541D61D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F3DA8-CD65-2A94-7132-3D32F1FC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0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2F0BE-4CE3-A788-7929-33A9627D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0CA43-B649-5103-1D13-C02F835D5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354D-6410-4A74-2278-8B822B1D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5C1B6-026D-99D3-50A0-CB59B745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6ED6F-4E64-7EFB-354C-29A92C8A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2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CFA857-9992-E4EA-B4AF-C0F36625D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5CBAA-AC47-C005-6EC8-32214BEC4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4FE38-A71B-D408-5F27-6645FCCA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3B3F7-9EB6-BD65-AF80-84A3B9A7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E45BE-2EE9-6291-E834-4E7E763C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11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920B9-7ED0-D4C0-1725-B40FE168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4DD55-E922-6554-A100-60FB209AE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6D284-F55B-6E72-F6F2-D01272ACB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CADBD-86DB-4CA4-8424-C5AA7EB13E5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D0CE-774F-1F51-154D-AD25CBA95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B9013-A716-B8C6-6BDD-AE6D8D79D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2AC0E-031F-4F7E-9106-B70E31A88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0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9E8CDA-1075-2B7C-0624-8B10926D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15" y="240928"/>
            <a:ext cx="4473328" cy="17679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FA37D2-3AFB-8473-F2A6-995EF00D3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953" y="2076333"/>
            <a:ext cx="2690093" cy="2705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42480D-3889-C2C6-CAF1-9ABC2394B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294" y="4040968"/>
            <a:ext cx="2743438" cy="25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0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E1C39-552B-D268-CD47-A9CDE654B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50"/>
            <a:ext cx="12192000" cy="64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66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968E4-4331-EFB6-7CB4-FDDE7F75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325"/>
            <a:ext cx="12192000" cy="64833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CA938E-65C2-66AE-7ED7-60D1EB2333F8}"/>
              </a:ext>
            </a:extLst>
          </p:cNvPr>
          <p:cNvCxnSpPr/>
          <p:nvPr/>
        </p:nvCxnSpPr>
        <p:spPr>
          <a:xfrm flipV="1">
            <a:off x="2783393" y="1969477"/>
            <a:ext cx="4411227" cy="2713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608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EE85E-95D4-4AD4-D094-11020A829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50"/>
            <a:ext cx="12192000" cy="64643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5DB3E2-4769-2B6E-B26D-2934A67B6DE4}"/>
              </a:ext>
            </a:extLst>
          </p:cNvPr>
          <p:cNvCxnSpPr>
            <a:cxnSpLocks/>
          </p:cNvCxnSpPr>
          <p:nvPr/>
        </p:nvCxnSpPr>
        <p:spPr>
          <a:xfrm flipV="1">
            <a:off x="4700683" y="2133600"/>
            <a:ext cx="2516194" cy="9920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10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FD329-9ED1-33DD-17C4-133A83E93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067" y="0"/>
            <a:ext cx="4161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1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B4CF19-C6D6-FF5E-8542-A47056E9F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226"/>
            <a:ext cx="12192000" cy="584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70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Emory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Higgins, Melinda K</dc:creator>
  <cp:lastModifiedBy>Higgins, Melinda K</cp:lastModifiedBy>
  <cp:revision>5</cp:revision>
  <dcterms:created xsi:type="dcterms:W3CDTF">2026-05-16T21:10:27Z</dcterms:created>
  <dcterms:modified xsi:type="dcterms:W3CDTF">2026-05-20T01:44:27Z</dcterms:modified>
</cp:coreProperties>
</file>