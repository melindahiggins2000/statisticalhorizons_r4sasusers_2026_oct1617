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1B7A-AFE6-6873-0279-18E49F13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649F6-81B7-210B-6188-1295F3247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A410-EFA3-5025-35C6-B20A0EE2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DA55D-E1D8-5319-7DB2-BE660E29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32E09-EEAA-985A-D3F8-65682CD2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9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F849-A1A5-138C-5793-AA93F40A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947AE-DD55-65AA-DD47-F4020182C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C5CE0-2ADB-8B1F-B177-FD22E2D9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DA98E-1D0C-5241-E0DC-C39AC69E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2EDF-11F5-401C-81B9-EE907875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7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3135-8481-E6D3-74A8-8F337A10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0881D-BD35-6267-A9A7-8EF9D9EE1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C9F48-D68F-BD89-4F4B-EB027B8C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B7F7B-D36A-4E55-259E-F54BF68B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75767-80FE-BD32-D6D6-41B1C6B7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C726-234A-217A-68B2-63A02F57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9250-0589-7388-5DF0-ADBBBCAE2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CEA3E-DC30-BA95-90C7-39AB121DB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C925D-8DD6-B734-C8F7-F0CBCA2A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EE6EE-A89E-C14C-46A3-084BD345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8E7B9-067D-31A9-7DBF-FB8CD63F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8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21C8-333A-4221-F6C6-2494FE14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5390C-D9FE-4FC7-D7E8-6275D62F0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578FE-1949-DE55-A7C0-E40B181F6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23EA2-A02B-5F38-ECB9-F7AB57410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64D8C-E555-397D-1C6B-B6350D200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DD088-0EE7-2BAB-750E-D67EB712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E850A-60F1-750D-449A-1B59978D7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B97F6-47EA-A708-A253-239C61AB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9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EFAB-9F54-0744-2C84-F3D893C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3050D-6254-F86E-5B16-D873F496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1DFC-526A-543E-8299-40A9D191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B625F-D52C-DA4C-E8F4-8E79E68E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8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7F40C-6C14-0035-C98E-7A9AAAC3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166CE-D030-7696-0B10-6861B75C7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F75A1-29BE-5B46-D8E3-3EBDD20C3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25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D51-E38E-BCB6-DF95-319FC67E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231A2-C71A-DAD6-656D-A89B2C6F8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DA027-BE73-38E7-A058-99730A0B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9D791-AF08-0FB1-5668-6156A9E3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12329-ED9B-6A73-B198-61B84182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A7076-67A3-3F15-4CBE-0DD1C162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3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7A3C-94F1-A484-F973-0FEB5C2FC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6BC7B-0674-D445-CFDB-AAF5C9D9B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22A84-83A0-FEC3-1259-D9550BB05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C35B2-9AB5-405B-E2C1-F22E0506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69B6-6440-041E-252C-D866375E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F660E-D6A8-9882-CFCE-955E9A9C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8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0BFF-F6F9-B01D-3D48-2B301C38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8E56D-6427-18C7-ED10-DEC148B69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5916D-A01F-9460-C72A-F8164C2C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D1298-EC3C-DDBF-1E69-CFB66EB4D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2E22D-F4C2-D90E-0A8F-9A5118D0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61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8CEC1-3C17-CAD1-29BD-7AB667DA5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48252-DD7E-7922-5253-F879C2737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6FDD-D02A-56D4-9BE9-2F64C93B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8F909-89B1-C2D2-549E-E577DEEF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FA236-6AE9-2C1B-8BA3-E743599B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8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A86852-746F-C667-513A-655E86B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569EF-3877-1B03-3917-A54C8D2F4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5255F-0E1E-336B-593A-72AAC5037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C5C7E-1961-43FE-887B-AAD7DAB32D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ED7C-4735-FEED-31EB-D819815EF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A722-C103-54A7-516B-A7A5889E0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D710F-41DA-47C7-B6A7-C5A21ADF1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D31315-60FC-F795-43EC-3E34E6F7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87B61DE1-0127-2FBD-3459-ED50C7A933AD}"/>
              </a:ext>
            </a:extLst>
          </p:cNvPr>
          <p:cNvSpPr/>
          <p:nvPr/>
        </p:nvSpPr>
        <p:spPr>
          <a:xfrm>
            <a:off x="3558204" y="2446020"/>
            <a:ext cx="289895" cy="853440"/>
          </a:xfrm>
          <a:prstGeom prst="leftBrace">
            <a:avLst>
              <a:gd name="adj1" fmla="val 35909"/>
              <a:gd name="adj2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43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B786E-75D7-6716-579C-D8093CFB9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275"/>
            <a:ext cx="12192000" cy="55054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E5B0EB-F984-8F4F-8779-F88ADE288383}"/>
              </a:ext>
            </a:extLst>
          </p:cNvPr>
          <p:cNvSpPr/>
          <p:nvPr/>
        </p:nvSpPr>
        <p:spPr>
          <a:xfrm>
            <a:off x="2497394" y="1111045"/>
            <a:ext cx="5191432" cy="698090"/>
          </a:xfrm>
          <a:prstGeom prst="roundRect">
            <a:avLst/>
          </a:prstGeom>
          <a:solidFill>
            <a:srgbClr val="156082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75EAC-8D3F-B08F-9A91-31CBFB434445}"/>
              </a:ext>
            </a:extLst>
          </p:cNvPr>
          <p:cNvSpPr txBox="1"/>
          <p:nvPr/>
        </p:nvSpPr>
        <p:spPr>
          <a:xfrm>
            <a:off x="7864523" y="1130709"/>
            <a:ext cx="352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Number of Packages on CRAN as of 05/16/2026; 11:00 EDT USA</a:t>
            </a:r>
          </a:p>
        </p:txBody>
      </p:sp>
    </p:spTree>
    <p:extLst>
      <p:ext uri="{BB962C8B-B14F-4D97-AF65-F5344CB8AC3E}">
        <p14:creationId xmlns:p14="http://schemas.microsoft.com/office/powerpoint/2010/main" val="3762091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C30E9-F258-AF38-D613-039BD9A63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573"/>
            <a:ext cx="12192000" cy="61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56DC83-29CC-7041-4F70-DABB6939B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643"/>
            <a:ext cx="12192000" cy="61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9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E32EB-E751-B8F7-5BBA-5FE9C428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0"/>
            <a:ext cx="12192000" cy="61468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AAC91D7-6D09-C3DA-B87E-0DFC0668661F}"/>
              </a:ext>
            </a:extLst>
          </p:cNvPr>
          <p:cNvCxnSpPr/>
          <p:nvPr/>
        </p:nvCxnSpPr>
        <p:spPr>
          <a:xfrm flipH="1">
            <a:off x="9545934" y="3429000"/>
            <a:ext cx="119575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93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25E13F-F6CF-AF6B-1BDA-F783A27BC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14" y="0"/>
            <a:ext cx="1110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0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2A0F8-ED2D-44F2-7283-03022A659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29254"/>
            <a:ext cx="11789162" cy="65994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FADAFE-54CB-5278-62EB-7459CD5ADA95}"/>
              </a:ext>
            </a:extLst>
          </p:cNvPr>
          <p:cNvSpPr txBox="1"/>
          <p:nvPr/>
        </p:nvSpPr>
        <p:spPr>
          <a:xfrm>
            <a:off x="201419" y="1976283"/>
            <a:ext cx="158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Windows 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E6B49-4D79-16B8-0DDA-E9591C503F9A}"/>
              </a:ext>
            </a:extLst>
          </p:cNvPr>
          <p:cNvSpPr txBox="1"/>
          <p:nvPr/>
        </p:nvSpPr>
        <p:spPr>
          <a:xfrm>
            <a:off x="201418" y="2984089"/>
            <a:ext cx="158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Mac 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978D1-71FF-5BC3-D8BA-558B6571073C}"/>
              </a:ext>
            </a:extLst>
          </p:cNvPr>
          <p:cNvSpPr txBox="1"/>
          <p:nvPr/>
        </p:nvSpPr>
        <p:spPr>
          <a:xfrm>
            <a:off x="201418" y="3983182"/>
            <a:ext cx="207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Linux OS Versions</a:t>
            </a:r>
          </a:p>
        </p:txBody>
      </p:sp>
    </p:spTree>
    <p:extLst>
      <p:ext uri="{BB962C8B-B14F-4D97-AF65-F5344CB8AC3E}">
        <p14:creationId xmlns:p14="http://schemas.microsoft.com/office/powerpoint/2010/main" val="2466876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ADBDF-EE3A-E04E-81C3-9AFC0679C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619" y="0"/>
            <a:ext cx="6568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9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19</Words>
  <Application>Microsoft Office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Emory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Melinda K</dc:creator>
  <cp:lastModifiedBy>Higgins, Melinda K</cp:lastModifiedBy>
  <cp:revision>7</cp:revision>
  <dcterms:created xsi:type="dcterms:W3CDTF">2026-05-16T14:03:42Z</dcterms:created>
  <dcterms:modified xsi:type="dcterms:W3CDTF">2026-05-16T15:42:55Z</dcterms:modified>
</cp:coreProperties>
</file>